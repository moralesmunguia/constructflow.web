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CONSTRUCTFLOW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Control total de tus proyectos</a:t>
            </a:r>
          </a:p>
          <a:p>
            <a:r>
              <a:t>Propuesta Comercial y Económica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Mensaje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información correcta en el momento adecuado permite tomar mejores decisiones.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Desafío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Información dispersa, seguimiento manual y poca visibilidad.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Cotización → Proyecto → Actividades → Evidencias → Facturación → Cobranza → Rentabilidad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Control, trazabilidad, KPI's, cobranza y rentabilidad.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Cotizaciones, Proyectos, Actividades, Gantt, Evidencias, Documentos, Facturación, Cobranza.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Indicadores operativos, comerciales, financieros y de rentabilidad.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Alcance Funcional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Multiempresa, usuarios ilimitados, alertas, reportes y exportaciones.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semanas: Análisis, Diseño, Desarrollo, Pruebas, Implementación.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$275,000 MXN + 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 de Pago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30% / 20% / 25% / 25%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Capacitación y Garantía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horas presenciales y 90 días de garantía.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Versiones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Flutter, Portal de Clientes, Firma Electrónica.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Cora Soluciones Digitales</a:t>
            </a:r>
          </a:p>
          <a:p>
            <a:r>
              <a:t>Transformando procesos en información.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