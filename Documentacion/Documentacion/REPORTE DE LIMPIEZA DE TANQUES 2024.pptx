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12192000" cy="6858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>
      <p:cViewPr varScale="1">
        <p:scale>
          <a:sx n="73" d="100"/>
          <a:sy n="73" d="100"/>
        </p:scale>
        <p:origin x="49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198"/>
            <a:ext cx="3703320" cy="95250"/>
          </a:xfrm>
          <a:custGeom>
            <a:avLst/>
            <a:gdLst/>
            <a:ahLst/>
            <a:cxnLst/>
            <a:rect l="l" t="t" r="r" b="b"/>
            <a:pathLst>
              <a:path w="3703320" h="95250">
                <a:moveTo>
                  <a:pt x="3703320" y="0"/>
                </a:moveTo>
                <a:lnTo>
                  <a:pt x="0" y="0"/>
                </a:lnTo>
                <a:lnTo>
                  <a:pt x="0" y="94997"/>
                </a:lnTo>
                <a:lnTo>
                  <a:pt x="3703320" y="94997"/>
                </a:lnTo>
                <a:lnTo>
                  <a:pt x="3703320" y="0"/>
                </a:lnTo>
                <a:close/>
              </a:path>
            </a:pathLst>
          </a:custGeom>
          <a:solidFill>
            <a:srgbClr val="465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3641"/>
            <a:ext cx="3703320" cy="99060"/>
          </a:xfrm>
          <a:custGeom>
            <a:avLst/>
            <a:gdLst/>
            <a:ahLst/>
            <a:cxnLst/>
            <a:rect l="l" t="t" r="r" b="b"/>
            <a:pathLst>
              <a:path w="3703320" h="99059">
                <a:moveTo>
                  <a:pt x="3703320" y="0"/>
                </a:moveTo>
                <a:lnTo>
                  <a:pt x="0" y="0"/>
                </a:lnTo>
                <a:lnTo>
                  <a:pt x="0" y="98554"/>
                </a:lnTo>
                <a:lnTo>
                  <a:pt x="3703320" y="98554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6879" y="723950"/>
            <a:ext cx="7498715" cy="5666740"/>
          </a:xfrm>
          <a:custGeom>
            <a:avLst/>
            <a:gdLst/>
            <a:ahLst/>
            <a:cxnLst/>
            <a:rect l="l" t="t" r="r" b="b"/>
            <a:pathLst>
              <a:path w="7498715" h="5666740">
                <a:moveTo>
                  <a:pt x="7498588" y="0"/>
                </a:moveTo>
                <a:lnTo>
                  <a:pt x="0" y="0"/>
                </a:lnTo>
                <a:lnTo>
                  <a:pt x="0" y="5666613"/>
                </a:lnTo>
                <a:lnTo>
                  <a:pt x="7498588" y="5666613"/>
                </a:lnTo>
                <a:lnTo>
                  <a:pt x="7498588" y="0"/>
                </a:lnTo>
                <a:close/>
              </a:path>
            </a:pathLst>
          </a:custGeom>
          <a:solidFill>
            <a:srgbClr val="465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241800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20" y="0"/>
                </a:moveTo>
                <a:lnTo>
                  <a:pt x="0" y="0"/>
                </a:lnTo>
                <a:lnTo>
                  <a:pt x="0" y="91439"/>
                </a:lnTo>
                <a:lnTo>
                  <a:pt x="3703320" y="91439"/>
                </a:lnTo>
                <a:lnTo>
                  <a:pt x="3703320" y="0"/>
                </a:lnTo>
                <a:close/>
              </a:path>
            </a:pathLst>
          </a:custGeom>
          <a:solidFill>
            <a:srgbClr val="F882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347" y="2530118"/>
            <a:ext cx="2363712" cy="21191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5656" y="6443854"/>
            <a:ext cx="3706749" cy="9683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02472" y="6449556"/>
            <a:ext cx="3706749" cy="1031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408" y="133350"/>
            <a:ext cx="4486910" cy="789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jpeg"/><Relationship Id="rId3" Type="http://schemas.openxmlformats.org/officeDocument/2006/relationships/image" Target="../media/image7.jpg"/><Relationship Id="rId7" Type="http://schemas.openxmlformats.org/officeDocument/2006/relationships/image" Target="../media/image11.jpeg"/><Relationship Id="rId12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Relationship Id="rId1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600" y="2055952"/>
            <a:ext cx="7239000" cy="2782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20115" algn="l">
              <a:lnSpc>
                <a:spcPct val="100000"/>
              </a:lnSpc>
              <a:spcBef>
                <a:spcPts val="95"/>
              </a:spcBef>
            </a:pPr>
            <a:r>
              <a:rPr lang="es-MX" sz="6000" spc="-645" dirty="0">
                <a:solidFill>
                  <a:srgbClr val="FFFFFF"/>
                </a:solidFill>
                <a:latin typeface="Bahnschrift"/>
                <a:cs typeface="Bahnschrift"/>
              </a:rPr>
              <a:t>REPORTE DE </a:t>
            </a:r>
            <a:br>
              <a:rPr lang="es-MX" sz="6000" spc="-645" dirty="0">
                <a:solidFill>
                  <a:srgbClr val="FFFFFF"/>
                </a:solidFill>
                <a:latin typeface="Bahnschrift"/>
                <a:cs typeface="Bahnschrift"/>
              </a:rPr>
            </a:br>
            <a:r>
              <a:rPr lang="es-MX" sz="6000" spc="-645" dirty="0">
                <a:solidFill>
                  <a:srgbClr val="FFFFFF"/>
                </a:solidFill>
                <a:latin typeface="Bahnschrift"/>
                <a:cs typeface="Bahnschrift"/>
              </a:rPr>
              <a:t>     LIMPIEZA DE  TANQUES DE </a:t>
            </a:r>
            <a:r>
              <a:rPr lang="es-MX" sz="6000" spc="-645" dirty="0" smtClean="0">
                <a:solidFill>
                  <a:srgbClr val="FFFFFF"/>
                </a:solidFill>
                <a:latin typeface="Bahnschrift"/>
                <a:cs typeface="Bahnschrift"/>
              </a:rPr>
              <a:t>AGUA 2024</a:t>
            </a:r>
            <a:endParaRPr sz="6000" dirty="0">
              <a:latin typeface="Bahnschrift"/>
              <a:cs typeface="Bahnschrif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408" y="133350"/>
            <a:ext cx="4486910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Uni</a:t>
            </a:r>
            <a:r>
              <a:rPr spc="-60" dirty="0"/>
              <a:t>d</a:t>
            </a:r>
            <a:r>
              <a:rPr spc="-135" dirty="0"/>
              <a:t>ad</a:t>
            </a:r>
            <a:r>
              <a:rPr spc="-50" dirty="0"/>
              <a:t> </a:t>
            </a:r>
            <a:r>
              <a:rPr spc="-105" dirty="0"/>
              <a:t>de</a:t>
            </a:r>
            <a:r>
              <a:rPr spc="-50" dirty="0"/>
              <a:t> </a:t>
            </a:r>
            <a:r>
              <a:rPr dirty="0"/>
              <a:t>Ne</a:t>
            </a:r>
            <a:r>
              <a:rPr spc="-15" dirty="0"/>
              <a:t>g</a:t>
            </a:r>
            <a:r>
              <a:rPr spc="-40" dirty="0"/>
              <a:t>oc</a:t>
            </a:r>
            <a:r>
              <a:rPr spc="-130" dirty="0"/>
              <a:t>io</a:t>
            </a:r>
            <a:r>
              <a:rPr spc="-114" dirty="0"/>
              <a:t>:</a:t>
            </a:r>
            <a:r>
              <a:rPr dirty="0"/>
              <a:t> </a:t>
            </a:r>
            <a:r>
              <a:rPr spc="-270" dirty="0"/>
              <a:t> </a:t>
            </a:r>
            <a:r>
              <a:rPr spc="-45" dirty="0"/>
              <a:t>19002</a:t>
            </a:r>
            <a:r>
              <a:rPr spc="-55" dirty="0"/>
              <a:t> </a:t>
            </a:r>
            <a:r>
              <a:rPr spc="55" dirty="0"/>
              <a:t>CP</a:t>
            </a:r>
            <a:r>
              <a:rPr spc="-55" dirty="0"/>
              <a:t> </a:t>
            </a:r>
            <a:r>
              <a:rPr spc="-50" dirty="0"/>
              <a:t>I</a:t>
            </a:r>
            <a:r>
              <a:rPr spc="114" dirty="0"/>
              <a:t>NGRE</a:t>
            </a:r>
            <a:r>
              <a:rPr spc="120" dirty="0"/>
              <a:t>D</a:t>
            </a:r>
            <a:r>
              <a:rPr spc="-55" dirty="0"/>
              <a:t>I</a:t>
            </a:r>
            <a:r>
              <a:rPr spc="20" dirty="0"/>
              <a:t>ENTES  </a:t>
            </a:r>
            <a:r>
              <a:rPr spc="-95" dirty="0"/>
              <a:t>Responsable:</a:t>
            </a:r>
            <a:r>
              <a:rPr spc="254" dirty="0"/>
              <a:t> </a:t>
            </a:r>
            <a:r>
              <a:rPr spc="-50" dirty="0"/>
              <a:t>Rodolfo</a:t>
            </a:r>
            <a:r>
              <a:rPr spc="-85" dirty="0"/>
              <a:t> </a:t>
            </a:r>
            <a:r>
              <a:rPr spc="-75" dirty="0"/>
              <a:t>Hernández</a:t>
            </a:r>
            <a:r>
              <a:rPr spc="-40" dirty="0"/>
              <a:t> </a:t>
            </a:r>
            <a:r>
              <a:rPr spc="-15" dirty="0"/>
              <a:t>C.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120" dirty="0"/>
              <a:t>AV.</a:t>
            </a:r>
            <a:r>
              <a:rPr sz="1400" spc="-180" dirty="0"/>
              <a:t> </a:t>
            </a:r>
            <a:r>
              <a:rPr sz="1400" spc="20" dirty="0"/>
              <a:t>HEROES</a:t>
            </a:r>
            <a:r>
              <a:rPr sz="1400" spc="-60" dirty="0"/>
              <a:t> </a:t>
            </a:r>
            <a:r>
              <a:rPr sz="1400" spc="70" dirty="0"/>
              <a:t>DE</a:t>
            </a:r>
            <a:r>
              <a:rPr sz="1400" spc="-45" dirty="0"/>
              <a:t> </a:t>
            </a:r>
            <a:r>
              <a:rPr sz="1400" spc="105" dirty="0"/>
              <a:t>NACOZARI</a:t>
            </a:r>
            <a:r>
              <a:rPr sz="1400" spc="-50" dirty="0"/>
              <a:t> </a:t>
            </a:r>
            <a:r>
              <a:rPr sz="1400" spc="85" dirty="0"/>
              <a:t>#</a:t>
            </a:r>
            <a:r>
              <a:rPr sz="1400" spc="-45" dirty="0"/>
              <a:t> </a:t>
            </a:r>
            <a:r>
              <a:rPr sz="1400" spc="-35" dirty="0"/>
              <a:t>290</a:t>
            </a:r>
            <a:r>
              <a:rPr sz="1400" spc="-55" dirty="0"/>
              <a:t> </a:t>
            </a:r>
            <a:r>
              <a:rPr sz="1400" spc="30" dirty="0"/>
              <a:t>COL.</a:t>
            </a:r>
            <a:r>
              <a:rPr sz="1400" spc="-180" dirty="0"/>
              <a:t> </a:t>
            </a:r>
            <a:r>
              <a:rPr sz="1400" spc="30" dirty="0"/>
              <a:t>FERROCARRIL</a:t>
            </a:r>
            <a:endParaRPr sz="1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56" y="6443854"/>
            <a:ext cx="3706749" cy="968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2472" y="6449556"/>
            <a:ext cx="3706749" cy="103186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9306" y="1085469"/>
          <a:ext cx="11563984" cy="53052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6864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32549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5617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55224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VI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800" b="1" spc="-2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b="1" spc="-2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AEREA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652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800" b="1" spc="1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VISTA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1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NIVEL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652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30547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EC8428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1D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C842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EC8428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EC8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EC8428"/>
                      </a:solidFill>
                      <a:prstDash val="solid"/>
                    </a:lnB>
                    <a:solidFill>
                      <a:srgbClr val="CFD1D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195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EC8428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1D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EC842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EC8428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EC8428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EC8428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027546" y="1731924"/>
            <a:ext cx="5782310" cy="4688840"/>
          </a:xfrm>
          <a:custGeom>
            <a:avLst/>
            <a:gdLst/>
            <a:ahLst/>
            <a:cxnLst/>
            <a:rect l="l" t="t" r="r" b="b"/>
            <a:pathLst>
              <a:path w="5782309" h="4688840">
                <a:moveTo>
                  <a:pt x="5781802" y="0"/>
                </a:moveTo>
                <a:lnTo>
                  <a:pt x="0" y="0"/>
                </a:lnTo>
                <a:lnTo>
                  <a:pt x="0" y="4688459"/>
                </a:lnTo>
                <a:lnTo>
                  <a:pt x="5781802" y="4688459"/>
                </a:lnTo>
                <a:lnTo>
                  <a:pt x="5781802" y="0"/>
                </a:lnTo>
                <a:close/>
              </a:path>
            </a:pathLst>
          </a:custGeom>
          <a:solidFill>
            <a:srgbClr val="CF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0515" y="6443853"/>
            <a:ext cx="3700398" cy="9207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46075" y="1781111"/>
            <a:ext cx="11457305" cy="4586605"/>
            <a:chOff x="346075" y="1781111"/>
            <a:chExt cx="11457305" cy="4586605"/>
          </a:xfrm>
        </p:grpSpPr>
        <p:sp>
          <p:nvSpPr>
            <p:cNvPr id="9" name="object 9"/>
            <p:cNvSpPr/>
            <p:nvPr/>
          </p:nvSpPr>
          <p:spPr>
            <a:xfrm>
              <a:off x="3275838" y="2216403"/>
              <a:ext cx="448945" cy="393700"/>
            </a:xfrm>
            <a:custGeom>
              <a:avLst/>
              <a:gdLst/>
              <a:ahLst/>
              <a:cxnLst/>
              <a:rect l="l" t="t" r="r" b="b"/>
              <a:pathLst>
                <a:path w="448945" h="393700">
                  <a:moveTo>
                    <a:pt x="0" y="196723"/>
                  </a:moveTo>
                  <a:lnTo>
                    <a:pt x="5918" y="151595"/>
                  </a:lnTo>
                  <a:lnTo>
                    <a:pt x="22778" y="110180"/>
                  </a:lnTo>
                  <a:lnTo>
                    <a:pt x="49235" y="73655"/>
                  </a:lnTo>
                  <a:lnTo>
                    <a:pt x="83945" y="43197"/>
                  </a:lnTo>
                  <a:lnTo>
                    <a:pt x="125565" y="19983"/>
                  </a:lnTo>
                  <a:lnTo>
                    <a:pt x="172749" y="5192"/>
                  </a:lnTo>
                  <a:lnTo>
                    <a:pt x="224154" y="0"/>
                  </a:lnTo>
                  <a:lnTo>
                    <a:pt x="275567" y="5192"/>
                  </a:lnTo>
                  <a:lnTo>
                    <a:pt x="322769" y="19983"/>
                  </a:lnTo>
                  <a:lnTo>
                    <a:pt x="364414" y="43197"/>
                  </a:lnTo>
                  <a:lnTo>
                    <a:pt x="399151" y="73655"/>
                  </a:lnTo>
                  <a:lnTo>
                    <a:pt x="425633" y="110180"/>
                  </a:lnTo>
                  <a:lnTo>
                    <a:pt x="442511" y="151595"/>
                  </a:lnTo>
                  <a:lnTo>
                    <a:pt x="448437" y="196723"/>
                  </a:lnTo>
                  <a:lnTo>
                    <a:pt x="442511" y="241810"/>
                  </a:lnTo>
                  <a:lnTo>
                    <a:pt x="425633" y="283209"/>
                  </a:lnTo>
                  <a:lnTo>
                    <a:pt x="399151" y="319737"/>
                  </a:lnTo>
                  <a:lnTo>
                    <a:pt x="364414" y="350208"/>
                  </a:lnTo>
                  <a:lnTo>
                    <a:pt x="322769" y="373439"/>
                  </a:lnTo>
                  <a:lnTo>
                    <a:pt x="275567" y="388247"/>
                  </a:lnTo>
                  <a:lnTo>
                    <a:pt x="224154" y="393446"/>
                  </a:lnTo>
                  <a:lnTo>
                    <a:pt x="172749" y="388247"/>
                  </a:lnTo>
                  <a:lnTo>
                    <a:pt x="125565" y="373439"/>
                  </a:lnTo>
                  <a:lnTo>
                    <a:pt x="83945" y="350208"/>
                  </a:lnTo>
                  <a:lnTo>
                    <a:pt x="49235" y="319737"/>
                  </a:lnTo>
                  <a:lnTo>
                    <a:pt x="22778" y="283209"/>
                  </a:lnTo>
                  <a:lnTo>
                    <a:pt x="5918" y="241810"/>
                  </a:lnTo>
                  <a:lnTo>
                    <a:pt x="0" y="196723"/>
                  </a:lnTo>
                  <a:close/>
                </a:path>
              </a:pathLst>
            </a:custGeom>
            <a:ln w="222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075" y="1781111"/>
              <a:ext cx="9009380" cy="458635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5455" y="3082353"/>
              <a:ext cx="2447925" cy="328510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36353" y="109473"/>
            <a:ext cx="1866900" cy="933450"/>
          </a:xfrm>
          <a:prstGeom prst="rect">
            <a:avLst/>
          </a:prstGeom>
        </p:spPr>
      </p:pic>
      <p:sp>
        <p:nvSpPr>
          <p:cNvPr id="13" name="Marco 12"/>
          <p:cNvSpPr/>
          <p:nvPr/>
        </p:nvSpPr>
        <p:spPr>
          <a:xfrm>
            <a:off x="2133600" y="6019800"/>
            <a:ext cx="1219200" cy="228600"/>
          </a:xfrm>
          <a:prstGeom prst="fram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0515" y="6443853"/>
            <a:ext cx="3700398" cy="920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4408" y="133350"/>
            <a:ext cx="4486910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Uni</a:t>
            </a:r>
            <a:r>
              <a:rPr spc="-60" dirty="0"/>
              <a:t>d</a:t>
            </a:r>
            <a:r>
              <a:rPr spc="-135" dirty="0"/>
              <a:t>ad</a:t>
            </a:r>
            <a:r>
              <a:rPr spc="-50" dirty="0"/>
              <a:t> </a:t>
            </a:r>
            <a:r>
              <a:rPr spc="-105" dirty="0"/>
              <a:t>de</a:t>
            </a:r>
            <a:r>
              <a:rPr spc="-50" dirty="0"/>
              <a:t> </a:t>
            </a:r>
            <a:r>
              <a:rPr dirty="0"/>
              <a:t>Ne</a:t>
            </a:r>
            <a:r>
              <a:rPr spc="-15" dirty="0"/>
              <a:t>g</a:t>
            </a:r>
            <a:r>
              <a:rPr spc="-40" dirty="0"/>
              <a:t>oc</a:t>
            </a:r>
            <a:r>
              <a:rPr spc="-130" dirty="0"/>
              <a:t>io</a:t>
            </a:r>
            <a:r>
              <a:rPr spc="-114" dirty="0"/>
              <a:t>:</a:t>
            </a:r>
            <a:r>
              <a:rPr dirty="0"/>
              <a:t> </a:t>
            </a:r>
            <a:r>
              <a:rPr spc="-270" dirty="0"/>
              <a:t> </a:t>
            </a:r>
            <a:r>
              <a:rPr spc="-45" dirty="0"/>
              <a:t>19002</a:t>
            </a:r>
            <a:r>
              <a:rPr spc="-55" dirty="0"/>
              <a:t> </a:t>
            </a:r>
            <a:r>
              <a:rPr spc="55" dirty="0"/>
              <a:t>CP</a:t>
            </a:r>
            <a:r>
              <a:rPr spc="-55" dirty="0"/>
              <a:t> </a:t>
            </a:r>
            <a:r>
              <a:rPr spc="-50" dirty="0"/>
              <a:t>I</a:t>
            </a:r>
            <a:r>
              <a:rPr spc="114" dirty="0"/>
              <a:t>NGRE</a:t>
            </a:r>
            <a:r>
              <a:rPr spc="120" dirty="0"/>
              <a:t>D</a:t>
            </a:r>
            <a:r>
              <a:rPr spc="-55" dirty="0"/>
              <a:t>I</a:t>
            </a:r>
            <a:r>
              <a:rPr spc="20" dirty="0"/>
              <a:t>ENTES  </a:t>
            </a:r>
            <a:r>
              <a:rPr spc="-95" dirty="0"/>
              <a:t>Responsable:</a:t>
            </a:r>
            <a:r>
              <a:rPr spc="254" dirty="0"/>
              <a:t> </a:t>
            </a:r>
            <a:r>
              <a:rPr spc="-50" dirty="0"/>
              <a:t>Rodolfo</a:t>
            </a:r>
            <a:r>
              <a:rPr spc="-85" dirty="0"/>
              <a:t> </a:t>
            </a:r>
            <a:r>
              <a:rPr spc="-75" dirty="0"/>
              <a:t>Hernández</a:t>
            </a:r>
            <a:r>
              <a:rPr spc="-40" dirty="0"/>
              <a:t> </a:t>
            </a:r>
            <a:r>
              <a:rPr spc="-15" dirty="0"/>
              <a:t>C.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120" dirty="0"/>
              <a:t>AV.</a:t>
            </a:r>
            <a:r>
              <a:rPr sz="1400" spc="-180" dirty="0"/>
              <a:t> </a:t>
            </a:r>
            <a:r>
              <a:rPr sz="1400" spc="20" dirty="0"/>
              <a:t>HEROES</a:t>
            </a:r>
            <a:r>
              <a:rPr sz="1400" spc="-60" dirty="0"/>
              <a:t> </a:t>
            </a:r>
            <a:r>
              <a:rPr sz="1400" spc="70" dirty="0"/>
              <a:t>DE</a:t>
            </a:r>
            <a:r>
              <a:rPr sz="1400" spc="-45" dirty="0"/>
              <a:t> </a:t>
            </a:r>
            <a:r>
              <a:rPr sz="1400" spc="105" dirty="0"/>
              <a:t>NACOZARI</a:t>
            </a:r>
            <a:r>
              <a:rPr sz="1400" spc="-50" dirty="0"/>
              <a:t> </a:t>
            </a:r>
            <a:r>
              <a:rPr sz="1400" spc="85" dirty="0"/>
              <a:t>#</a:t>
            </a:r>
            <a:r>
              <a:rPr sz="1400" spc="-45" dirty="0"/>
              <a:t> </a:t>
            </a:r>
            <a:r>
              <a:rPr sz="1400" spc="-35" dirty="0"/>
              <a:t>290</a:t>
            </a:r>
            <a:r>
              <a:rPr sz="1400" spc="-55" dirty="0"/>
              <a:t> </a:t>
            </a:r>
            <a:r>
              <a:rPr sz="1400" spc="30" dirty="0"/>
              <a:t>COL.</a:t>
            </a:r>
            <a:r>
              <a:rPr sz="1400" spc="-180" dirty="0"/>
              <a:t> </a:t>
            </a:r>
            <a:r>
              <a:rPr sz="1400" spc="30" dirty="0"/>
              <a:t>FERROCARRIL</a:t>
            </a:r>
            <a:endParaRPr sz="1400"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6353" y="109473"/>
            <a:ext cx="1866900" cy="93345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707344" y="1152256"/>
            <a:ext cx="838200" cy="339090"/>
          </a:xfrm>
          <a:custGeom>
            <a:avLst/>
            <a:gdLst/>
            <a:ahLst/>
            <a:cxnLst/>
            <a:rect l="l" t="t" r="r" b="b"/>
            <a:pathLst>
              <a:path w="3138804" h="339089">
                <a:moveTo>
                  <a:pt x="3138804" y="0"/>
                </a:moveTo>
                <a:lnTo>
                  <a:pt x="0" y="0"/>
                </a:lnTo>
                <a:lnTo>
                  <a:pt x="0" y="338556"/>
                </a:lnTo>
                <a:lnTo>
                  <a:pt x="3138804" y="338556"/>
                </a:lnTo>
                <a:lnTo>
                  <a:pt x="31388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r>
              <a:rPr lang="es-MX" dirty="0"/>
              <a:t> ANTES</a:t>
            </a:r>
            <a:endParaRPr dirty="0"/>
          </a:p>
        </p:txBody>
      </p:sp>
      <p:sp>
        <p:nvSpPr>
          <p:cNvPr id="14" name="object 11"/>
          <p:cNvSpPr/>
          <p:nvPr/>
        </p:nvSpPr>
        <p:spPr>
          <a:xfrm>
            <a:off x="7820913" y="1038569"/>
            <a:ext cx="1752600" cy="339090"/>
          </a:xfrm>
          <a:custGeom>
            <a:avLst/>
            <a:gdLst/>
            <a:ahLst/>
            <a:cxnLst/>
            <a:rect l="l" t="t" r="r" b="b"/>
            <a:pathLst>
              <a:path w="3138804" h="339089">
                <a:moveTo>
                  <a:pt x="3138804" y="0"/>
                </a:moveTo>
                <a:lnTo>
                  <a:pt x="0" y="0"/>
                </a:lnTo>
                <a:lnTo>
                  <a:pt x="0" y="338556"/>
                </a:lnTo>
                <a:lnTo>
                  <a:pt x="3138804" y="338556"/>
                </a:lnTo>
                <a:lnTo>
                  <a:pt x="31388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r>
              <a:rPr lang="es-MX" dirty="0"/>
              <a:t>ESTADO ACTUAL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6871" y="1862643"/>
            <a:ext cx="2354486" cy="187405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99948" y="1785171"/>
            <a:ext cx="2373785" cy="203830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217168" y="4092972"/>
            <a:ext cx="2291651" cy="2171611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1612778"/>
            <a:ext cx="2029712" cy="237378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44719" y="1878499"/>
            <a:ext cx="2350896" cy="1838756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552631" y="4073977"/>
            <a:ext cx="2271504" cy="2229741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767" y="1612778"/>
            <a:ext cx="2137820" cy="2354486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98" y="4032951"/>
            <a:ext cx="1519646" cy="2291649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076" y="4033569"/>
            <a:ext cx="1600201" cy="2291031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541" y="4032951"/>
            <a:ext cx="1603605" cy="2296078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052" y="4052266"/>
            <a:ext cx="1616668" cy="22723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56</Words>
  <Application>Microsoft Office PowerPoint</Application>
  <PresentationFormat>Panorámica</PresentationFormat>
  <Paragraphs>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Bahnschrift</vt:lpstr>
      <vt:lpstr>Calibri</vt:lpstr>
      <vt:lpstr>Times New Roman</vt:lpstr>
      <vt:lpstr>Trebuchet MS</vt:lpstr>
      <vt:lpstr>Office Theme</vt:lpstr>
      <vt:lpstr>REPORTE DE       LIMPIEZA DE  TANQUES DE AGUA 2024</vt:lpstr>
      <vt:lpstr>Unidad de Negocio:  19002 CP INGREDIENTES  Responsable: Rodolfo Hernández C. AV. HEROES DE NACOZARI # 290 COL. FERROCARRIL</vt:lpstr>
      <vt:lpstr>Unidad de Negocio:  19002 CP INGREDIENTES  Responsable: Rodolfo Hernández C. AV. HEROES DE NACOZARI # 290 COL. FERROCARRIL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ROM</dc:creator>
  <cp:lastModifiedBy>Cuenta Microsoft</cp:lastModifiedBy>
  <cp:revision>22</cp:revision>
  <dcterms:created xsi:type="dcterms:W3CDTF">2021-11-08T16:02:56Z</dcterms:created>
  <dcterms:modified xsi:type="dcterms:W3CDTF">2024-12-02T16:22:08Z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2021-10-28T00:00:00Z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2021-11-08T00:00:00Z</vt:filetime>
  </property>
</Properties>
</file>